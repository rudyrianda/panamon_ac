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9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436B5-A5C7-156B-EA2A-9E3BF6909E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B8CFDD-5601-1A2A-B64A-D5DAF21941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309F21-27B6-7EF5-D3D7-04A98B3E3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BD11C-175B-408C-A0A2-A374B39008F6}" type="datetimeFigureOut">
              <a:rPr lang="en-ID" smtClean="0"/>
              <a:t>18/08/2026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8DB1E-4C33-577B-9A1E-C504D3EF2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769A78-22F5-B7AA-C4E9-2719E580F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71A2B-E50C-4384-9C2E-C51603ABAD4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97317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4DA4B-A332-6159-536E-7E0D47F4F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1543C-46DB-48BB-7B0B-060C3E3C7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B7831-644A-A41B-D4E5-9C1B07045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BD11C-175B-408C-A0A2-A374B39008F6}" type="datetimeFigureOut">
              <a:rPr lang="en-ID" smtClean="0"/>
              <a:t>18/08/2026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F84B6-819C-923D-2F37-946DA3457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E0AE0-F7C4-A1AF-9F78-BC75F0C34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71A2B-E50C-4384-9C2E-C51603ABAD4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26241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68C8A-1935-4DD6-368C-9CA7C02FE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572647-451C-8B71-582C-B25DCE1E6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6B365-8D03-BE69-4022-DA3222DF6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BD11C-175B-408C-A0A2-A374B39008F6}" type="datetimeFigureOut">
              <a:rPr lang="en-ID" smtClean="0"/>
              <a:t>18/08/2026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77383-7EC4-CC27-E3AF-58E162E9D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2831D3-4D18-8E72-04C7-A8BA1C27B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71A2B-E50C-4384-9C2E-C51603ABAD4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98239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A01A6-F836-4555-F32B-73B7329DF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AB2D5-7C35-31A5-FBE3-CA3385E8C8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BB038F-B5F7-C686-78AE-FF2FADD7C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6BDAF8-7532-425E-131C-37CF008DF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BD11C-175B-408C-A0A2-A374B39008F6}" type="datetimeFigureOut">
              <a:rPr lang="en-ID" smtClean="0"/>
              <a:t>18/08/2026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DC7F98-F929-92B5-8F66-9AF0670FC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65158E-2DE7-6DC1-F7B9-6EDF94250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71A2B-E50C-4384-9C2E-C51603ABAD4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16542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602A5-19D4-5A99-D3D3-903E76C68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72E1E5-5C90-291E-DCF6-C6F9A1E92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2FA2B5-4FD1-0031-5DB5-84E95EC9CF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EAF2EC-69EE-BC08-7302-DE55DA123D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3BC4DF-9810-A92E-0348-61B6CE2AF5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5B2EF5-DCAF-E312-D72F-514A7FAFC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BD11C-175B-408C-A0A2-A374B39008F6}" type="datetimeFigureOut">
              <a:rPr lang="en-ID" smtClean="0"/>
              <a:t>18/08/2026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B95E7C-3807-0E4E-D131-2D561A0B2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2D671B-FE66-5945-DC61-757C60DA5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71A2B-E50C-4384-9C2E-C51603ABAD4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87188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FFCFE-A8BD-0880-3C40-8936B5701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8417E3-5AEE-C984-8346-9C19302CA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BD11C-175B-408C-A0A2-A374B39008F6}" type="datetimeFigureOut">
              <a:rPr lang="en-ID" smtClean="0"/>
              <a:t>18/08/2026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0D8DCD-4157-7135-4B9B-4DD556B0F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C918BA-A968-AFA4-7EBC-8F5BE6234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71A2B-E50C-4384-9C2E-C51603ABAD4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29027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C894AD-3D50-BC8E-056D-2A883882C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BD11C-175B-408C-A0A2-A374B39008F6}" type="datetimeFigureOut">
              <a:rPr lang="en-ID" smtClean="0"/>
              <a:t>18/08/2026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57C23B-0C6A-2265-DB9A-EA7025A22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565B67-785F-C6FF-75BD-AFEC28EF0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71A2B-E50C-4384-9C2E-C51603ABAD4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50082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E5837-A540-B4B5-3742-1EB1500E1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F8747-367C-5D00-FF50-6C9ABBB24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9FEF00-C879-4299-8A80-09A93144A1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62D23C-77B5-93E8-9F87-261124E46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BD11C-175B-408C-A0A2-A374B39008F6}" type="datetimeFigureOut">
              <a:rPr lang="en-ID" smtClean="0"/>
              <a:t>18/08/2026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AA206B-2FAA-E4FC-7551-63776CF2B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9E093D-683B-317E-D10C-564D61436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71A2B-E50C-4384-9C2E-C51603ABAD4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95604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09D5C-20F2-3D77-92A1-2463C356A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A3992E-D852-3EA6-9B30-AF6E21F024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405CEE-F505-733E-B70D-A4CAC4A40A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3093EE-CD24-D761-BFFC-13CCC719E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BD11C-175B-408C-A0A2-A374B39008F6}" type="datetimeFigureOut">
              <a:rPr lang="en-ID" smtClean="0"/>
              <a:t>18/08/2026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4E05BA-67A8-FC34-2562-D7D20D69F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643C08-44D4-4264-412B-F704A4FC1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71A2B-E50C-4384-9C2E-C51603ABAD4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56815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CC869-122D-C505-BE1C-585EAE056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B8801B-47CB-5CF2-0AB3-9F122177E1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FB8E0-B3EC-67E7-E13C-CD1DDC410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BD11C-175B-408C-A0A2-A374B39008F6}" type="datetimeFigureOut">
              <a:rPr lang="en-ID" smtClean="0"/>
              <a:t>18/08/2026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247B91-3940-0F26-E8FC-777090B3B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E52E57-7472-C95B-8A61-84AD08673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71A2B-E50C-4384-9C2E-C51603ABAD4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88922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6AB19E-296D-0666-DFCC-90AF32519D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EEF726-44A6-481D-53EA-4D09476140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99278A-E9B5-9A9E-E03F-F523E679D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BD11C-175B-408C-A0A2-A374B39008F6}" type="datetimeFigureOut">
              <a:rPr lang="en-ID" smtClean="0"/>
              <a:t>18/08/2026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9A27E-7139-B064-AB96-66974903E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54FEB1-8172-2363-D2CA-7B89B53FA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71A2B-E50C-4384-9C2E-C51603ABAD4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6421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AD52E9-4833-0F60-7F4A-7E0E1EDE1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2382DE-D02F-D4CC-EE77-75EC60CE87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93B67-A0D1-7C7E-DDFC-E9A159183F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2BD11C-175B-408C-A0A2-A374B39008F6}" type="datetimeFigureOut">
              <a:rPr lang="en-ID" smtClean="0"/>
              <a:t>18/08/2026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ABE724-EF7E-9FA2-A86C-E73844C133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B43948-0692-62BF-6151-A862EDDF49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071A2B-E50C-4384-9C2E-C51603ABAD4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84440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9B632-780A-CE61-D54B-E2BE074C66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A34FF6-85E4-772A-D028-8B6CA898C9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467F45-BF7B-CD1F-520E-8E462538D3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8495" y="362111"/>
            <a:ext cx="12788990" cy="6133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596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898F2-B691-C780-FBB2-6039F1827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A4BE4-0C60-3904-7BE8-AAEA8E926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D7F154-B58C-7E4E-9662-540D6B77B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027" y="116981"/>
            <a:ext cx="10677502" cy="618857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64210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>Panasonic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Ramadhan</dc:creator>
  <cp:lastModifiedBy>Muhammad Ramadhan</cp:lastModifiedBy>
  <cp:revision>1</cp:revision>
  <dcterms:created xsi:type="dcterms:W3CDTF">2026-08-18T03:22:25Z</dcterms:created>
  <dcterms:modified xsi:type="dcterms:W3CDTF">2026-08-18T03:32:39Z</dcterms:modified>
</cp:coreProperties>
</file>